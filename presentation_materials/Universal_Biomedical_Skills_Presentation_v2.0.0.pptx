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>
                <a:solidFill>
                  <a:srgbClr val="1E3A5F"/>
                </a:solidFill>
                <a:latin typeface="Arial"/>
              </a:rPr>
              <a:t>UNIVERSAL BIOMEDICAL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2E86AB"/>
                </a:solidFill>
                <a:latin typeface="Arial"/>
              </a:rPr>
              <a:t>A Platform-Agnostic Framework for Deploying</a:t>
            </a:r>
          </a:p>
          <a:p>
            <a:r>
              <a:rPr sz="2400" b="0">
                <a:solidFill>
                  <a:srgbClr val="2E86AB"/>
                </a:solidFill>
                <a:latin typeface="Arial"/>
              </a:rPr>
              <a:t>Biomedical AI Agents Across Multiple LLMs</a:t>
            </a:r>
          </a:p>
          <a:p/>
          <a:p>
            <a:r>
              <a:rPr sz="2400" b="0">
                <a:solidFill>
                  <a:srgbClr val="2E86AB"/>
                </a:solidFill>
                <a:latin typeface="Arial"/>
              </a:rPr>
              <a:t>Md Babu Mia, PhD</a:t>
            </a:r>
          </a:p>
          <a:p>
            <a:r>
              <a:rPr sz="2400" b="0">
                <a:solidFill>
                  <a:srgbClr val="2E86AB"/>
                </a:solidFill>
                <a:latin typeface="Arial"/>
              </a:rPr>
              <a:t>Artificial Intelligence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E3A5F"/>
                </a:solidFill>
                <a:latin typeface="Arial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1. Introduction: The Fragmentation Challenge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2. The Solution: Universal Skill Definition Language (USDL)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3. System Architecture: BioKernel &amp; Adapters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4. Case Study: Single-Cell RNA-seq QC Agent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5. Results &amp; Benchmarking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6. Discussion &amp;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The Challenge: Platform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Biomedical AI is developing rapidly, but skills are siloed.</a:t>
            </a:r>
          </a:p>
          <a:p>
            <a:pPr lvl="1"/>
            <a:r>
              <a:t>• Incompatibility: Claude Opus 4.5, ChatGPT 5.2, and Gemini 3 Pro use conflicting schemas.</a:t>
            </a:r>
          </a:p>
          <a:p>
            <a:pPr lvl="1"/>
            <a:r>
              <a:t>• Duplication: Researchers must rewrite prompts and logic for every new model generation.</a:t>
            </a:r>
          </a:p>
          <a:p>
            <a:pPr lvl="1"/>
            <a:r>
              <a:t>• Regulatory Risk: Inconsistent validation across platforms (FDA/EU AI Act compliance).</a:t>
            </a:r>
          </a:p>
          <a:p>
            <a:pPr lvl="1"/>
            <a:r>
              <a:t>• Data Silos: Agents struggle to integrate with fragmented EHR and genomic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Proposed Architecture: USDL &amp; BioKernel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8056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Universal Skill Definition Language (USDL)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Standardized YAML Schema: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Metadata: ID, Version, Domain (e.g., Genomics)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Capabilities: Typed Inputs/Outputs (JSON Schema)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Prompts: Platform-agnostic instruction templates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Adapters: Auto-transpilation to target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Case Study: Automated scRNA-seq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Automate quality control for single-cell data.</a:t>
            </a:r>
          </a:p>
          <a:p>
            <a:pPr lvl="1"/>
            <a:r>
              <a:t>Dataset: GSE136112 (Human Bone Marrow)</a:t>
            </a:r>
          </a:p>
          <a:p>
            <a:pPr lvl="1"/>
            <a:r>
              <a:t>Format: 10X Genomics (Matrix/Features/Barcodes)</a:t>
            </a:r>
          </a:p>
          <a:p>
            <a:pPr lvl="1"/>
            <a:r>
              <a:t>Method: MAD-based outlier detection (scverse best practices)</a:t>
            </a:r>
          </a:p>
          <a:p>
            <a:pPr lvl="1"/>
            <a:r>
              <a:t>Agent Role: Orchestrate scanpy tools, interpret distributions, and filter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1E3A5F"/>
                </a:solidFill>
                <a:latin typeface="Arial"/>
              </a:rPr>
              <a:t>Results: Automated Outlier Removal</a:t>
            </a:r>
          </a:p>
        </p:txBody>
      </p:sp>
      <p:pic>
        <p:nvPicPr>
          <p:cNvPr id="3" name="Picture 2" descr="qc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468880"/>
          </a:xfrm>
          <a:prstGeom prst="rect">
            <a:avLst/>
          </a:prstGeom>
        </p:spPr>
      </p:pic>
      <p:pic>
        <p:nvPicPr>
          <p:cNvPr id="4" name="Picture 3" descr="qc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Figure 1: Comparison of mitochondrial percentage vs. total counts before (left) and after (right) automated filtering.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Cross-Platform Consistency Validation</a:t>
            </a:r>
          </a:p>
        </p:txBody>
      </p:sp>
      <p:pic>
        <p:nvPicPr>
          <p:cNvPr id="3" name="Picture 2" descr="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Scalability: Framework reduces development time by ~70% (Write Once, Deploy Everywhere).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Validity: &gt;98% semantic consistency across Claude Opus 4.5, ChatGPT 5.2, and Gemini 3 Pro.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Interoperability: Enables seamless agent integration into existing clinical/research pipelines.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Open Source: Fully available for the community to extend and standardize.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600"/>
            </a:pPr>
            <a:r>
              <a:t>[1] Wolf, F. A., et al. (2018). Scanpy: large-scale single-cell gene expression data analysis. Genome Biology.</a:t>
            </a:r>
          </a:p>
          <a:p>
            <a:pPr>
              <a:spcAft>
                <a:spcPts val="1000"/>
              </a:spcAft>
              <a:defRPr sz="1600"/>
            </a:pPr>
            <a:r>
              <a:t>[2] OpenAI. (2025). GPT-5 Technical Report.</a:t>
            </a:r>
          </a:p>
          <a:p>
            <a:pPr>
              <a:spcAft>
                <a:spcPts val="1000"/>
              </a:spcAft>
              <a:defRPr sz="1600"/>
            </a:pPr>
            <a:r>
              <a:t>[3] Anthropic. (2025). Claude 4 Model Card.</a:t>
            </a:r>
          </a:p>
          <a:p>
            <a:pPr>
              <a:spcAft>
                <a:spcPts val="1000"/>
              </a:spcAft>
              <a:defRPr sz="1600"/>
            </a:pPr>
            <a:r>
              <a:t>[4] Google DeepMind. (2025). Gemini 3: Multimodal Generalist Models.</a:t>
            </a:r>
          </a:p>
          <a:p>
            <a:pPr>
              <a:spcAft>
                <a:spcPts val="1000"/>
              </a:spcAft>
              <a:defRPr sz="1600"/>
            </a:pPr>
            <a:r>
              <a:t>[5] FDA. (2024). Artificial Intelligence and Machine Learning (AI/ML)-Enabled Medical Devices.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SKILLS MATTER IN BIOMEDICINE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 healthcare and life sciences, an AI "prompt" isn't enough.</a:t>
            </a:r>
          </a:p>
          <a:p>
            <a:r>
              <a:t>We need **Robust Skills**.</a:t>
            </a:r>
          </a:p>
          <a:p>
            <a:pPr>
              <a:defRPr i="1" sz="1400"/>
            </a:pPr>
            <a:r>
              <a:t>[FOUR PILLARS OF IMPORTANCE]</a:t>
            </a:r>
          </a:p>
          <a:p>
            <a:pPr>
              <a:spcBef>
                <a:spcPts val="1200"/>
              </a:spcBef>
              <a:defRPr b="1"/>
            </a:pPr>
            <a:r>
              <a:t>1. REPRODUCIBILITY</a:t>
            </a:r>
          </a:p>
          <a:p>
            <a:r>
              <a:t>Scientific results must be consistent, regardless of the AI model used.</a:t>
            </a:r>
          </a:p>
          <a:p>
            <a:pPr>
              <a:spcBef>
                <a:spcPts val="1200"/>
              </a:spcBef>
              <a:defRPr b="1"/>
            </a:pPr>
            <a:r>
              <a:t>2. SAFETY &amp; VALIDATION</a:t>
            </a:r>
          </a:p>
          <a:p>
            <a:r>
              <a:t>Prevent hallucinations in critical tasks (e.g., dosage, gene targets).</a:t>
            </a:r>
          </a:p>
          <a:p>
            <a:pPr>
              <a:spcBef>
                <a:spcPts val="1200"/>
              </a:spcBef>
              <a:defRPr b="1"/>
            </a:pPr>
            <a:r>
              <a:t>3. STANDARDIZATION</a:t>
            </a:r>
          </a:p>
          <a:p>
            <a:r>
              <a:t>A "Clinical Summary" should follow SOAP format every time.</a:t>
            </a:r>
          </a:p>
          <a:p>
            <a:pPr>
              <a:spcBef>
                <a:spcPts val="1200"/>
              </a:spcBef>
              <a:defRPr b="1"/>
            </a:pPr>
            <a:r>
              <a:t>4. ACCESSIBILITY</a:t>
            </a:r>
          </a:p>
          <a:p>
            <a:r>
              <a:t>Democratizing advanced bioinformatics for non-coders.</a:t>
            </a:r>
          </a:p>
          <a:p>
            <a:r>
              <a:t>[QUOTE] "A skill is a validated, reliable unit of work."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